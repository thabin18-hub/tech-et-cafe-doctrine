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/>
              <a:t>Rapport Analytique Hebdomadaire</a:t>
            </a:r>
          </a:p>
          <a:p>
            <a:pPr>
              <a:defRPr sz="2400">
                <a:solidFill>
                  <a:srgbClr val="555555"/>
                </a:solidFill>
              </a:defRPr>
            </a:pPr>
            <a:r>
              <a:t>Tech &amp; Café — Semaine du 31 août au 6 septembre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2222"/>
                </a:solidFill>
              </a:rPr>
              <a:t>1. Résumé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• 17 vidéos publiées (16 publiques, 1 privée)</a:t>
            </a:r>
          </a:p>
          <a:p>
            <a:pPr>
              <a:defRPr sz="1800"/>
            </a:pPr>
            <a:r>
              <a:t>• 1318 vues cumulées (snapshot Data API) · 29 likes · 0 commentaire</a:t>
            </a:r>
          </a:p>
          <a:p>
            <a:pPr>
              <a:defRPr sz="1800"/>
            </a:pPr>
            <a:r>
              <a:t>• 18 abonnés (snapshot) · +1 net cette semaine (Analytics)</a:t>
            </a:r>
          </a:p>
          <a:p>
            <a:pPr>
              <a:defRPr sz="1800"/>
            </a:pPr>
            <a:r>
              <a:t>• Monétisation YPP : 18/1 000 abonnés (1,8%) · 6 032/10 000 000 vues Shorts/90j (0,06%)</a:t>
            </a:r>
          </a:p>
          <a:p>
            <a:pPr>
              <a:defRPr sz="1800"/>
            </a:pPr>
            <a:r>
              <a:t>• 7 des 17 vidéos (publiées 4-6 sept.) n'ont pas encore de données Analytics finalisées (délai standard 48-72h)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2222"/>
                </a:solidFill>
              </a:rPr>
              <a:t>2. Vues par vidéo</a:t>
            </a:r>
          </a:p>
        </p:txBody>
      </p:sp>
      <p:pic>
        <p:nvPicPr>
          <p:cNvPr id="3" name="Picture 2" descr="chart_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097280"/>
            <a:ext cx="10058400" cy="558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2222"/>
                </a:solidFill>
              </a:rPr>
              <a:t>3. Rétention (vidéos avec données disponibles)</a:t>
            </a:r>
          </a:p>
        </p:txBody>
      </p:sp>
      <p:pic>
        <p:nvPicPr>
          <p:cNvPr id="3" name="Picture 2" descr="chart_reten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097280"/>
            <a:ext cx="8503920" cy="53149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2222"/>
                </a:solidFill>
              </a:rPr>
              <a:t>4. Détail par vidéo (top 10 par vues)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457200">
                <a:tc>
                  <a:txBody>
                    <a:bodyPr/>
                    <a:lstStyle/>
                    <a:p>
                      <a:r>
                        <a:rPr sz="1100"/>
                        <a:t>Titre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Durée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Vues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Rétention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Likes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Google Lance Une IA Plus Forte Seulement 3 Semai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49s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Il Dirigeait Toute L'IA De Google, Il Part Fonde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48s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Microsoft Bat OpenAI Et Google Sur La Transcript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OpenAI Classe Son IA Astra En Risque Cyber Criti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54s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Gemini Retrouve Tes Objets Perdus (Sans Tracker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MiniMax H3 : Vidéo Et Son IA Générés Ensemble,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57s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Cette IA Gère Ton Agenda Et Répond Au Téléphone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53s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Grok Bot : L'Agent IA D'xAI Moins Cher Qu'un Abo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N/D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Perplexity Bloque Tes Données Avant Le Cloud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51s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695.4%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Google Transforme Tes Livres En Profs 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50s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40.2%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2222"/>
                </a:solidFill>
              </a:rPr>
              <a:t>5. Semaine sur semaine</a:t>
            </a:r>
          </a:p>
        </p:txBody>
      </p:sp>
      <p:pic>
        <p:nvPicPr>
          <p:cNvPr id="3" name="Picture 2" descr="chart_w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097280"/>
            <a:ext cx="7955279" cy="56823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222222"/>
                </a:solidFill>
              </a:rPr>
              <a:t>6. Progression vers la monétisation</a:t>
            </a:r>
          </a:p>
        </p:txBody>
      </p:sp>
      <p:pic>
        <p:nvPicPr>
          <p:cNvPr id="3" name="Picture 2" descr="chart_goa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188720"/>
            <a:ext cx="9784080" cy="43484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222222"/>
                </a:solidFill>
              </a:rPr>
              <a:t>7. Recommandations pour la semaine prochaine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• Limiter/suspendre le format vidéo longue tant qu'aucun canal de distribution n'est identifié</a:t>
            </a:r>
          </a:p>
          <a:p>
            <a:pPr>
              <a:defRPr sz="2000"/>
            </a:pPr>
            <a:r>
              <a:t>• Enquêter sur le cas MiniMax H3 (YT_SEARCH &gt; flux Shorts) et reproduire l'approche</a:t>
            </a:r>
          </a:p>
          <a:p>
            <a:pPr>
              <a:defRPr sz="2000"/>
            </a:pPr>
            <a:r>
              <a:t>• Ajouter un CTA d'abonnement explicite sur les Shorts à fort engagement passif (replay)</a:t>
            </a:r>
          </a:p>
          <a:p>
            <a:pPr>
              <a:defRPr sz="2000"/>
            </a:pPr>
            <a:r>
              <a:t>• Stimuler l'engagement communautaire (0 commentaire sur 17 vidéos) via une question ouverte</a:t>
            </a:r>
          </a:p>
          <a:p>
            <a:pPr>
              <a:defRPr sz="2000"/>
            </a:pPr>
            <a:r>
              <a:t>• Réévaluer avec Théo le calendrier de l'objectif 10M vues Shorts/90j (écart actuel ×1 658)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