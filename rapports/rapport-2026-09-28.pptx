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Rapport Analytique Hebdomadaire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Tech &amp; Café — Semaine du 28 septembre au 4 octobre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YouTube Data API v3 + YouTube Analytics API v2 — lecture seule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1.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Vidéos publiées : 21 (toutes publiques) — 14 Shorts, 7 vidéo(s) longue(s)</a:t>
            </a:r>
          </a:p>
          <a:p>
            <a:pPr>
              <a:spcAft>
                <a:spcPts val="1000"/>
              </a:spcAft>
              <a:defRPr sz="2000"/>
            </a:pPr>
            <a:r>
              <a:t>• Vues cumulées (temps réel) : 1 927 — vs 2 603 la semaine du 21/09 (-26.0%)</a:t>
            </a:r>
          </a:p>
          <a:p>
            <a:pPr>
              <a:spcAft>
                <a:spcPts val="1000"/>
              </a:spcAft>
              <a:defRPr sz="2000"/>
            </a:pPr>
            <a:r>
              <a:t>• Vues/engagement semaine calendaire (Analytics) : 1634 vues, 21 likes, 416 min regardées</a:t>
            </a:r>
          </a:p>
          <a:p>
            <a:pPr>
              <a:spcAft>
                <a:spcPts val="1000"/>
              </a:spcAft>
              <a:defRPr sz="2000"/>
            </a:pPr>
            <a:r>
              <a:t>• Abonnés : 62 au total (+14 temps réel sur 7j ; +8/-1 Analytics calendaire)</a:t>
            </a:r>
          </a:p>
          <a:p>
            <a:pPr>
              <a:spcAft>
                <a:spcPts val="1000"/>
              </a:spcAft>
              <a:defRPr sz="2000"/>
            </a:pPr>
            <a:r>
              <a:t>• Monétisation : 62/1000 abonnés — 15 232 / 10 000 000 vues Shorts/90j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2-3. Détail &amp; Performance par vidéo</a:t>
            </a:r>
          </a:p>
        </p:txBody>
      </p:sp>
      <p:pic>
        <p:nvPicPr>
          <p:cNvPr id="3" name="Picture 2" descr="chart1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Tendance quotidienne (vues Analytics)</a:t>
            </a:r>
          </a:p>
        </p:txBody>
      </p:sp>
      <p:pic>
        <p:nvPicPr>
          <p:cNvPr id="3" name="Picture 2" descr="chart2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4. Tendances &amp; insights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Rétention moyenne (12 vidéos traitées) : 38.1%</a:t>
            </a:r>
          </a:p>
          <a:p>
            <a:pPr>
              <a:spcAft>
                <a:spcPts val="1000"/>
              </a:spcAft>
              <a:defRPr sz="1800"/>
            </a:pPr>
            <a:r>
              <a:t>• Shorts : 137 vues moy. vs vidéos longues : 1.7 vue(s) moy. — écart persistant lié à l'horaire hors créneau doctrinal</a:t>
            </a:r>
          </a:p>
          <a:p>
            <a:pPr>
              <a:spcAft>
                <a:spcPts val="1000"/>
              </a:spcAft>
              <a:defRPr sz="1800"/>
            </a:pPr>
            <a:r>
              <a:t>• Durée optimale confirmée : Shorts 44-57s concentrent le volume de la semaine</a:t>
            </a:r>
          </a:p>
          <a:p>
            <a:pPr>
              <a:spcAft>
                <a:spcPts val="1000"/>
              </a:spcAft>
              <a:defRPr sz="1800"/>
            </a:pPr>
            <a:r>
              <a:t>• Trafic dominant : SHORTS (algorithme) sur les meilleures performances ; YT_SEARCH sur sujets à marque identifiable</a:t>
            </a:r>
          </a:p>
          <a:p>
            <a:pPr>
              <a:spcAft>
                <a:spcPts val="1000"/>
              </a:spcAft>
              <a:defRPr sz="1800"/>
            </a:pPr>
            <a:r>
              <a:t>• Shorts/90j : 15 232 / 10M vues (objectif monétisation encore loin)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5. Recommandations — semaine suivante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Corriger l'horaire des vidéos longues (hors créneaux 18h GMT / 02h06 UTC) — 14e vérification non résolue</a:t>
            </a:r>
          </a:p>
          <a:p>
            <a:pPr>
              <a:spcAft>
                <a:spcPts val="1000"/>
              </a:spcAft>
              <a:defRPr sz="1800"/>
            </a:pPr>
            <a:r>
              <a:t>• Concentrer la production sur le Short 44-57s ; réserver le long aux sujets à fort potentiel de recherche</a:t>
            </a:r>
          </a:p>
          <a:p>
            <a:pPr>
              <a:spcAft>
                <a:spcPts val="1000"/>
              </a:spcAft>
              <a:defRPr sz="1800"/>
            </a:pPr>
            <a:r>
              <a:t>• Poursuivre le gabarit 'marque majeure + échéance datée' + tester un CTA d'abonnement explicite</a:t>
            </a:r>
          </a:p>
          <a:p>
            <a:pPr>
              <a:spcAft>
                <a:spcPts val="1000"/>
              </a:spcAft>
              <a:defRPr sz="1800"/>
            </a:pPr>
            <a:r>
              <a:t>• Générer le rapport hebdo ≥72h après la dernière publication pour fiabiliser les données Analytics</a:t>
            </a:r>
          </a:p>
          <a:p>
            <a:pPr>
              <a:spcAft>
                <a:spcPts val="1000"/>
              </a:spcAft>
              <a:defRPr sz="1800"/>
            </a:pPr>
            <a:r>
              <a:t>• Ouvrir un ticket de gouvernance séparé sur l'incident GITHUB_TOKEN en clair (répété)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