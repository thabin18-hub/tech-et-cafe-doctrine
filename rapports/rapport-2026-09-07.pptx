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Rapport Analytique Hebdomadaire</a:t>
            </a:r>
          </a:p>
          <a:p>
            <a:pPr>
              <a:defRPr sz="1800"/>
            </a:pPr>
            <a:r>
              <a:t>Tech &amp; Café — Semaine du 7 au 13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1.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12 vidéos publiées (12 publiques, 0 privée(s))</a:t>
            </a:r>
          </a:p>
          <a:p>
            <a:pPr>
              <a:defRPr sz="1400"/>
            </a:pPr>
            <a:r>
              <a:t>• 1401 vues cumulées (snapshot Data API) · 16 likes · 0 commentaires</a:t>
            </a:r>
          </a:p>
          <a:p>
            <a:pPr>
              <a:defRPr sz="1400"/>
            </a:pPr>
            <a:r>
              <a:t>• Abonnés : 21 (+2 cette semaine, données Analytics partielles)</a:t>
            </a:r>
          </a:p>
          <a:p>
            <a:pPr>
              <a:defRPr sz="1400"/>
            </a:pPr>
            <a:r>
              <a:t>• Vues totales chaîne (lifetime) : 7893</a:t>
            </a:r>
          </a:p>
          <a:p>
            <a:pPr>
              <a:defRPr sz="1400"/>
            </a:pPr>
            <a:r>
              <a:t>• Monétisation : 21/1 000 abonnés (2.1%) · 7 365 / 10 000 000 vues Shorts 90j (0.074%)</a:t>
            </a:r>
          </a:p>
          <a:p>
            <a:pPr>
              <a:defRPr sz="1400"/>
            </a:pPr>
            <a:r>
              <a:t>• 6 des 12 vidéos (11-13 sept.) n'ont pas encore de données Analytics finalisées (délai 48-72h)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2. Vues par vidéo</a:t>
            </a:r>
          </a:p>
        </p:txBody>
      </p:sp>
      <p:pic>
        <p:nvPicPr>
          <p:cNvPr id="3" name="Picture 2" descr="chart1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4805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3. Rétention (vidéos avec données disponibles)</a:t>
            </a:r>
          </a:p>
        </p:txBody>
      </p:sp>
      <p:pic>
        <p:nvPicPr>
          <p:cNvPr id="3" name="Picture 2" descr="chart2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349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4. Sources de trafic</a:t>
            </a:r>
          </a:p>
        </p:txBody>
      </p:sp>
      <p:pic>
        <p:nvPicPr>
          <p:cNvPr id="3" name="Picture 2" descr="chart3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4493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Détail par vidéo (triées par vues)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Rétention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Likes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Apple Contre Les Fake Photos IA (Mais Pas 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ChatGPT Transforme Ton Gribouillis En Image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OpenAI Avoue Ne Pas Être Prêt Pour Sa Propre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Google Lance Gemini Sur Windows (Enfin)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OpenAI Codex Détourné Pour Pirater 395 Entrep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ChatGPT peut maintenant dessiner pour toi (gr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Nvidia Transforme Tes Vieux PC En Cluster 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Cette IA Recrée Un Lieu En 3D Avec Seulement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Gmail Passe À La Voix (Fini De Taper Tes 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Meta Rachète L'IA Qui Transforme Tes Réunions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46s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Semaine sur semaine</a:t>
            </a:r>
          </a:p>
        </p:txBody>
      </p:sp>
      <p:pic>
        <p:nvPicPr>
          <p:cNvPr id="3" name="Picture 2" descr="chart4_w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3286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7. Progression vers la monétisation</a:t>
            </a:r>
          </a:p>
        </p:txBody>
      </p:sp>
      <p:pic>
        <p:nvPicPr>
          <p:cNvPr id="3" name="Picture 2" descr="chart5_mone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279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8. Recommandations pour la semaine prochaine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Corriger le cron/trigger vidéo longue pour publier dans le créneau officiel 18:00 GMT (2 vidéos longues à 0 vue cette semaine, pattern documenté depuis début août)</a:t>
            </a:r>
          </a:p>
          <a:p>
            <a:pPr>
              <a:defRPr sz="1500"/>
            </a:pPr>
            <a:r>
              <a:t>• Réévaluer au 7 jours les 6 vidéos du 11-13 septembre une fois les données Analytics traitées</a:t>
            </a:r>
          </a:p>
          <a:p>
            <a:pPr>
              <a:defRPr sz="1500"/>
            </a:pPr>
            <a:r>
              <a:t>• Stimuler l'engagement communautaire (0 commentaire sur 12 vidéos)</a:t>
            </a:r>
          </a:p>
          <a:p>
            <a:pPr>
              <a:defRPr sz="1500"/>
            </a:pPr>
            <a:r>
              <a:t>• Capitaliser sur le sujet le plus performant de la semaine (Apple - détection deepfake, 298 vues)</a:t>
            </a:r>
          </a:p>
          <a:p>
            <a:pPr>
              <a:defRPr sz="1500"/>
            </a:pPr>
            <a:r>
              <a:t>• Réévaluer le calendrier/l'ambition de l'objectif 10M vues Shorts/90j avec Théo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