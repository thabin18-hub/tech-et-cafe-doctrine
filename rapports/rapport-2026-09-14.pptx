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Rapport Analytique Hebdomadaire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CCCEE"/>
                </a:solidFill>
              </a:defRPr>
            </a:pPr>
            <a:r>
              <a:t>Tech &amp; Café — Semaine du 14 au 20 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Résumé de la semaine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743200" cy="38100"/>
          </a:xfrm>
          <a:prstGeom prst="rect">
            <a:avLst/>
          </a:prstGeom>
          <a:solidFill>
            <a:srgbClr val="4C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18 vidéos publiées (17 publiques, 1 privée)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2358 vues cumulées (Data API, snapshot à date)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55 likes · 0 commentaires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34 abonnés (+8 cette semaine) · 10256 vues lifetime chaîne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Monétisation : 34/1 000 abonnés (3.4%) · 9786/10M vues Shorts/90j (0.098%)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7 vidéos (19-20 sept) sans données Analytics finalisées (délai 48-72h) — voir notes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Vues par vidéo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743200" cy="38100"/>
          </a:xfrm>
          <a:prstGeom prst="rect">
            <a:avLst/>
          </a:prstGeom>
          <a:solidFill>
            <a:srgbClr val="4C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515600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Rétention par vidéo (données disponibles)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743200" cy="38100"/>
          </a:xfrm>
          <a:prstGeom prst="rect">
            <a:avLst/>
          </a:prstGeom>
          <a:solidFill>
            <a:srgbClr val="4C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96012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Comparaison semaine sur semaine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743200" cy="38100"/>
          </a:xfrm>
          <a:prstGeom prst="rect">
            <a:avLst/>
          </a:prstGeom>
          <a:solidFill>
            <a:srgbClr val="4C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w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9728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Tendances &amp; insights clés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743200" cy="38100"/>
          </a:xfrm>
          <a:prstGeom prst="rect">
            <a:avLst/>
          </a:prstGeom>
          <a:solidFill>
            <a:srgbClr val="4C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Écart de volume massif Shorts vs format long, persistant : 4 vidéos longues → 1 vue cumulée vs 14 Shorts → 2 357 vues. Publication hors créneau 18h GMT toujours non corrigée.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« Cette IA Gratuite Dépasse GPT-5.6 D'OpenAI » : 98.4% de rétention, largement au-dessus de la moyenne Shorts (42.6%) — facteur de succès à documenter.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0 commentaire sur 18 vidéos — engagement communautaire toujours quasi nul.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Anomalie : « DeepSeek V4.1 Flash Expliqué » reste en privé, seule vidéo de la semaine dans ce cas.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Croissance abonnés lente : 34/1000 (3.4%) — objectif 90j Shorts à 0.098% seulement.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Recommandations — semaine prochaine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743200" cy="38100"/>
          </a:xfrm>
          <a:prstGeom prst="rect">
            <a:avLst/>
          </a:prstGeom>
          <a:solidFill>
            <a:srgbClr val="4C6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Corriger le trigger vidéo longue pour publier dans le créneau 18h GMT documenté.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Vérifier avec Théo le statut privé de la vidéo DeepSeek V4.1 Flash.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Réévaluer à J+7 les 7 vidéos encore sans données Analytics.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Documenter et répliquer le facteur de succès du Short à 98.4% de rétention.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Tester un CTA question pour stimuler les commentaires (0 sur 18 vidéos).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