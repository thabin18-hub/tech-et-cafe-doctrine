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Rapport Analytique Hebdomadaire</a:t>
            </a:r>
          </a:p>
          <a:p>
            <a:pPr>
              <a:defRPr sz="2800">
                <a:solidFill>
                  <a:srgbClr val="4C6EF5"/>
                </a:solidFill>
              </a:defRPr>
            </a:pPr>
            <a:r>
              <a:t>Tech &amp; Café</a:t>
            </a:r>
          </a:p>
          <a:p>
            <a:pPr>
              <a:defRPr sz="1800">
                <a:solidFill>
                  <a:srgbClr val="6B6B7B"/>
                </a:solidFill>
              </a:defRPr>
            </a:pPr>
            <a:r>
              <a:t>Semaine du 21 au 27 septembre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Résumé de la semaine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 19 vidéos publiées (18 publiques, 1 privée) — 14 Shorts, 5 vidéo(s) longue(s)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 2 603 vues cumulées (temps réel) — +10,4% vs semaine précédente (2 358 vues)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 Semaine calendaire (Analytics) : 1412 vues, 30 likes, rétention moyenne 44.61%, 392 min regardées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 5 abonnés gagnés cette semaine — total 48/1000 abonnés (4.8%)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 Shorts 90j glissants : 12 091/10 000 000 vues (0.12%)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Vues par vidéo</a:t>
            </a:r>
          </a:p>
        </p:txBody>
      </p:sp>
      <p:pic>
        <p:nvPicPr>
          <p:cNvPr id="3" name="Picture 2" descr="chart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188720"/>
            <a:ext cx="829993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Rétention par vidéo</a:t>
            </a:r>
          </a:p>
        </p:txBody>
      </p:sp>
      <p:pic>
        <p:nvPicPr>
          <p:cNvPr id="3" name="Picture 2" descr="chart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89916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Détail par vidéo (top 10 par vues)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465512"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Titre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Durée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Vues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Rétention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Likes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Pourquoi Google Envoie De L'IA Dans L'…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0:59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SHORTS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Google Donne Un Visage À Son IA (Elle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0:54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n/d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Cette IA Chinoise Est 7 Fois Moins Chè…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0:43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SHORTS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Google Home Obéit Enfin, Grâce À Gemin…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0:48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SHORTS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Alexa Vérifie Si C'est Vraiment Amazon…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0:46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SHORTS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ChatGPT Écrit Directement Dans Word (G…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0:48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SHORTS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Google Gemini Te Parle Maintenant Avec…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0:54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n/d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Alibaba Rend La Voix IA Jusqu'à 95% Mo…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0:58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n/d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ChatGPT Voice Gère Tes Mails Et Ton Ag…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SHORTS</a:t>
                      </a:r>
                    </a:p>
                  </a:txBody>
                  <a:tcPr/>
                </a:tc>
              </a:tr>
              <a:tr h="465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Google Rend Ses Prévisions Météo 50% 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0:52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SHORTS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Tendances &amp; insights clés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•  Rétention semaine tirée par u3rUtTOPXNQ (87,0%) et s10x5nCdL_E (47,0%, meilleur volume)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•  5 vidéos longues publiées hors créneau (09h55-13h00 UTC) → 0 à 8 vues chacune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•  Shorts 43-59s concentrent l'essentiel du volume — fourchette 48-55s toujours validée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•  Trafic dominé par SHORTS (algorithme) sur les meilleures performances ; YT_SEARCH résiduel sur sujets à marque grand public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•  2 doublons de sujet publiés cette semaine (Gemini Live Avatar, ChatGPT/Word) — cannibalisation constatée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Recommandations — semaine suivante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•  Corriger l'horaire de publication des vidéos longues (hors créneaux doctrinaux 18h GMT / 02h06 UTC)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•  Renforcer le contrôle anti-doublon avant publication (vérifier contre les runs frères)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•  Prioriser le gabarit 'marque majeure + échéance datée vérifiable' (meilleur volume de la semaine)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•  Éviter les titres à chiffre sans référentiel immédiat (décrochage rétention avant 10s)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•  Lancer un A/B test de CTA d'abonnement renforcé (7/8 vidéos à 0% de conversion cette semaine)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