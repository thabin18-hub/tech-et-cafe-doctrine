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C3E50"/>
                </a:solidFill>
              </a:defRPr>
            </a:pPr>
            <a:r>
              <a:t>Tech &amp; Café — Rapport Analytique Hebdomadaire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7AE60"/>
                </a:solidFill>
              </a:defRPr>
            </a:pPr>
            <a:r>
              <a:t>Semaine du 12/10/2026 au 18/10/2026 — Généré le 19/10/2026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1.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Vidéos publiées : 21 (12 Shorts + 6 longues publiques, 3 privées &lt;28h)</a:t>
            </a:r>
          </a:p>
          <a:p>
            <a:pPr>
              <a:spcAft>
                <a:spcPts val="1000"/>
              </a:spcAft>
              <a:defRPr sz="1600"/>
            </a:pPr>
            <a:r>
              <a:t>• Vues cumulées (temps réel) : 470 sur 18 vidéos publiques</a:t>
            </a:r>
          </a:p>
          <a:p>
            <a:pPr>
              <a:spcAft>
                <a:spcPts val="1000"/>
              </a:spcAft>
              <a:defRPr sz="1600"/>
            </a:pPr>
            <a:r>
              <a:t>• Vues calendaires Analytics (12-18/10) : 480 vues, 10 likes, 142 min regardées</a:t>
            </a:r>
          </a:p>
          <a:p>
            <a:pPr>
              <a:spcAft>
                <a:spcPts val="1000"/>
              </a:spcAft>
              <a:defRPr sz="1600"/>
            </a:pPr>
            <a:r>
              <a:t>• Semaine précédente : 773 vues (-38%)</a:t>
            </a:r>
          </a:p>
          <a:p>
            <a:pPr>
              <a:spcAft>
                <a:spcPts val="1000"/>
              </a:spcAft>
              <a:defRPr sz="1600"/>
            </a:pPr>
            <a:r>
              <a:t>• Abonnés : 71 (+3/-1 cette semaine)</a:t>
            </a:r>
          </a:p>
          <a:p>
            <a:pPr>
              <a:spcAft>
                <a:spcPts val="1000"/>
              </a:spcAft>
              <a:defRPr sz="1600"/>
            </a:pPr>
            <a:r>
              <a:t>• Monétisation standard : 71/1000 abonnés (7.1%) · 79.9h/4000h (2.00%)</a:t>
            </a:r>
          </a:p>
          <a:p>
            <a:pPr>
              <a:spcAft>
                <a:spcPts val="1000"/>
              </a:spcAft>
              <a:defRPr sz="1600"/>
            </a:pPr>
            <a:r>
              <a:t>• Fonds Shorts : 17 274 / 10M vues/90j (0.17%)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2. Détail par vidéo (publiques)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822960"/>
          <a:ext cx="1161288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188720"/>
                <a:gridCol w="1371600"/>
                <a:gridCol w="914400"/>
                <a:gridCol w="1371600"/>
                <a:gridCol w="2011680"/>
              </a:tblGrid>
              <a:tr h="30319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Sujet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Rétention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 Retire 3 Preuves Maths Pour Une Erreur De Signe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 Muse Arrive Sur iPad : 6,6 Millions D'Installation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 Dévoile Personal Agent Protocol : Ton IA Va Faire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 8m22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YT_SEARCH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 Fusionne 14 Photos En Une Seule Image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 Muse Wonder Rejoint Enfin Le Niveau D'OpenAI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47s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 : Ses Agents IA Ont Tenté De Pirater Wikipédia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 7m57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SUBSCRIBER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Alibaba Rend Son IA De Création D'Images 5 Fois Plus 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Alibaba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 : Son IA A Triché Pour Forcer Son Propre Redémar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YT_SEARCH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Apple HomeView : Son Écran Connecté, Mais Pas Sûr Pour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 7m24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Character.AI Fait Faillite : Disney Mise 20 Millions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Character.AI/Disney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49s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NO_LINK_OTHER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Microsoft Devoile Maia 300 : 40% Plus Rapide Que Nvidia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Microsoft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ChatGPT : La Pub Arrive Aussi Dans Tes Images Générées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 8m29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 Lance Foresight : Tes Réunions Ne Quittent Jamai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Samsung Rend Ta Maison 30% Plus Rapide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33.8%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SHORTS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 Muse Spark Open : L'IA De 816 Milliards De Paramèt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 7m35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 Trouve Enfin Le Bon Jeu Pour Toi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303195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 Lance Deep Review, 9 Erreurs Sur 10 Repérées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S 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</a:tr>
              <a:tr h="303210"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MAI-Base-2 : Microsoft Affirme Avoir Battu OpenAI Avec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L 7m41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/>
                      </a:pPr>
                      <a:r>
                        <a:t>n/d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3. Tendances &amp; Insights Clés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Format long toujours hors créneau doctrinal (7ᵉ escalade) : publication 08h-09h UTC au lieu de 18h GMT, 0-2 vues/vidéo longue</a:t>
            </a:r>
          </a:p>
          <a:p>
            <a:pPr>
              <a:spcAft>
                <a:spcPts val="1000"/>
              </a:spcAft>
              <a:defRPr sz="1600"/>
            </a:pPr>
            <a:r>
              <a:t>• Baisse de volume semaine/semaine (480 vs 773 vues), à nuancer : 6/18 vidéos sans fenêtre Analytics complète</a:t>
            </a:r>
          </a:p>
          <a:p>
            <a:pPr>
              <a:spcAft>
                <a:spcPts val="1000"/>
              </a:spcAft>
              <a:defRPr sz="1600"/>
            </a:pPr>
            <a:r>
              <a:t>• Doublon "Meta Muse Spark Open" publié 2x en 48h (yeLqHbbg7Kc, h9D3TlUiTk8) — 4/18 vidéos sur le même produit Meta Muse cette semaine</a:t>
            </a:r>
          </a:p>
          <a:p>
            <a:pPr>
              <a:spcAft>
                <a:spcPts val="1000"/>
              </a:spcAft>
              <a:defRPr sz="1600"/>
            </a:pPr>
            <a:r>
              <a:t>• Les Shorts restent le seul moteur de distribution organique : 185 vues via fil Shorts vs 42 via recherche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3. Tendances &amp; Insights Clés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Conversion abonnés concentrée : 2 vidéos sur 18 (11%) convertissent (ZENA7xiDtFQ, TR8hnU-j7UM)</a:t>
            </a:r>
          </a:p>
          <a:p>
            <a:pPr>
              <a:spcAft>
                <a:spcPts val="1000"/>
              </a:spcAft>
              <a:defRPr sz="1600"/>
            </a:pPr>
            <a:r>
              <a:t>• Meilleur rapport rétention/volume : C_Hvk736HHs (Microsoft Maia 300) — 67,6% rétention sur 27 vues</a:t>
            </a:r>
          </a:p>
          <a:p>
            <a:pPr>
              <a:spcAft>
                <a:spcPts val="1000"/>
              </a:spcAft>
              <a:defRPr sz="1600"/>
            </a:pPr>
            <a:r>
              <a:t>• Répartition par marque équilibrée : OpenAI (5) = Meta (5) &gt; Google (4) &gt; Microsoft (3)</a:t>
            </a:r>
          </a:p>
          <a:p>
            <a:pPr>
              <a:spcAft>
                <a:spcPts val="1000"/>
              </a:spcAft>
              <a:defRPr sz="1600"/>
            </a:pPr>
            <a:r>
              <a:t>• 0 commentaire cette semaine, identique aux semaines précédentes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4. Recommandations — Semaine Suivante (19-25/10)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Escalader (7ᵉ fois) le diagnostic de l'écart horaire du format long auprès de Théo</a:t>
            </a:r>
          </a:p>
          <a:p>
            <a:pPr>
              <a:spcAft>
                <a:spcPts val="1000"/>
              </a:spcAft>
              <a:defRPr sz="1600"/>
            </a:pPr>
            <a:r>
              <a:t>• Vérifier les titres des 3 derniers jours avant de figer un sujet — éviter les doublons (5ᵉ occurrence en 4 semaines)</a:t>
            </a:r>
          </a:p>
          <a:p>
            <a:pPr>
              <a:spcAft>
                <a:spcPts val="1000"/>
              </a:spcAft>
              <a:defRPr sz="1600"/>
            </a:pPr>
            <a:r>
              <a:t>• Reproduire le gabarit "marque majeure + comparatif chiffré face à un concurrent nommé"</a:t>
            </a:r>
          </a:p>
          <a:p>
            <a:pPr>
              <a:spcAft>
                <a:spcPts val="1000"/>
              </a:spcAft>
              <a:defRPr sz="1600"/>
            </a:pPr>
            <a:r>
              <a:t>• Renforcer le CTA d'abonnement en fin de Short : conversion à 11% seulement cette semaine</a:t>
            </a:r>
          </a:p>
          <a:p>
            <a:pPr>
              <a:spcAft>
                <a:spcPts val="1000"/>
              </a:spcAft>
              <a:defRPr sz="1600"/>
            </a:pPr>
            <a:r>
              <a:t>• Prioriser la voie de monétisation standard (1000 abonnés + 4000h) plutôt que le Fonds Shorts (progression 10x plus rapide en relatif)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