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Analytique Hebdomadaire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Café — Semaine du 17 au 23 août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de Production IA — Analyse YouTube Data API +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de la semaine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44168"/>
            <a:ext cx="3520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3520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publiées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51960" y="1234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251960" y="1344168"/>
            <a:ext cx="3520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251960" y="2057400"/>
            <a:ext cx="3520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totales cumulées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01000" y="1234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0" y="1344168"/>
            <a:ext cx="3520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001000" y="2057400"/>
            <a:ext cx="3520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cumulés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944368"/>
            <a:ext cx="3520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" y="3657600"/>
            <a:ext cx="3520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Abonnés (total chaîne)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28346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2944368"/>
            <a:ext cx="3520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251960" y="3657600"/>
            <a:ext cx="3520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vers 1000 abonnés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0" y="28346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0" y="2944368"/>
            <a:ext cx="3520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001000" y="3657600"/>
            <a:ext cx="3520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10M vues Shorts/90j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3434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rétention et sources de trafic proviennent de YouTube Analytics (délai de traitement 48-72h). Pour les vidéos publiées le 22-23 août, seules les vues (Data API) sont disponibles à ce stade.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Café — Rapport hebdomadaire — Semaine du 17 au 23 août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par vidéo</a:t>
            </a:r>
            <a:endParaRPr lang="en-US" sz="2800" dirty="0"/>
          </a:p>
        </p:txBody>
      </p:sp>
      <p:pic>
        <p:nvPicPr>
          <p:cNvPr id="3" name="Image 0" descr="chart_view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051560"/>
            <a:ext cx="850392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Café — Rapport hebdomadaire — Semaine du 17 au 23 août 2026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Meilleures &amp; moins bonnes performances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vues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3949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Titre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Vues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Rétention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Suno Studio 2.0 : joue un accord, l'IA compos…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55.4%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ChatGPT : la pub arrive le 24 août, même dans…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42.0%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Grok 4.6 : l'IA d'Elon Musk aussi forte qu'Op…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 Cofondateur de xAI Entraîne Ton IA en 15 M…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ChatGPT ne t'oubliera plus jamais : OpenAI lu…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34.4%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7220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vidéos les moins vues (publiques)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1732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Titre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Vues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Durée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SpaceX Rachète Cursor Pour 60 Milliards : 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7m12s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OpenAI Private Safety Processing : ChatGPT…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7m32s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Une IA A Piloté Un Vrai F-16 : Ce Qui S'es…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8m02s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ChatGPT Publicité Gratuite : Ce Qui Change…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8m10s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Nvidia Nemotron 3.5 Lightning : La Premièr…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8m23s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4663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les vidéos les moins vues sont presque toutes en format long (&gt;3 min) — le format court concentre l'audience.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Café — Rapport hebdomadaire — Semaine du 17 au 23 août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: Shorts vs format long</a:t>
            </a:r>
            <a:endParaRPr lang="en-US" sz="2800" dirty="0"/>
          </a:p>
        </p:txBody>
      </p:sp>
      <p:pic>
        <p:nvPicPr>
          <p:cNvPr id="3" name="Image 0" descr="chart_ret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097280"/>
            <a:ext cx="4754880" cy="3803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14630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Shorts (≤3min) publiés cette semaine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moyenne : 42.8%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formats longs (&gt;3min) publiés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moyenne : 9.1%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Café — Rapport hebdomadaire — Semaine du 17 au 23 août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trafic</a:t>
            </a:r>
            <a:endParaRPr lang="en-US" sz="2800" dirty="0"/>
          </a:p>
        </p:txBody>
      </p:sp>
      <p:pic>
        <p:nvPicPr>
          <p:cNvPr id="3" name="Image 0" descr="chart_traff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0" y="1005840"/>
            <a:ext cx="7772400" cy="5056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Café — Rapport hebdomadaire — Semaine du 17 au 23 août 2026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semaine sur semaine</a:t>
            </a:r>
            <a:endParaRPr lang="en-US" sz="2800" dirty="0"/>
          </a:p>
        </p:txBody>
      </p:sp>
      <p:pic>
        <p:nvPicPr>
          <p:cNvPr id="3" name="Image 0" descr="chart_w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0" y="1005840"/>
            <a:ext cx="7772400" cy="5056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Café — Rapport hebdomadaire — Semaine du 17 au 23 août 2026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&amp; insights clés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format Shorts domine totalement : 42,8% de rétention moyenne vs 9,1% pour le format long.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Sujets "actualité chaude + surprise" surperforment : Suno Studio 2.0, pub ChatGPT à venir, Grok 4.6.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Shorts feed (60% des vues) et recherche YouTube (26%) sont les 2 moteurs de découverte actuels.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abonnés stable mais lente : +3/semaine, 14 abonnés au total (1,4% de l'objectif 1000).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jeune (créée le 27/07/2026) — progression vers 10M vues Shorts/90j à suivre sur la durée.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traitement YouTube Analytics (48-72h) : rétention non disponible pour 10 vidéos publiées le 22-23/08.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Café — Rapport hebdomadaire — Semaine du 17 au 23 août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— semaine prochaine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0515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Concentrer la quasi-totalité de la production sur le format Shorts (≤60s) ; réduire drastiquement le format long tant qu'un packaging efficace n'y est pas validé.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03911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Reproduire la formule des meilleurs Shorts : actualité chaude, durée 45-57s, hook direct sur le bénéfice.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723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26664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Stimuler l'engagement : 0 commentaire sur 23 vidéos — ajouter une question ouverte dans le hook ou en fin de Short.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014216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en priorité le hook (2 premières secondes) et le SEO (titres/tags) : Shorts feed + recherche = 86% des vues.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047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500176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Réévaluer le format long : retravailler le packaging sur un format condensé (&lt;5 min) ou le suspendre temporairement.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Café — Rapport hebdomadaire — Semaine du 17 au 23 août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2026-08-24T00:10:04Z</dcterms:created>
  <dcterms:modified xsi:type="dcterms:W3CDTF">2026-08-24T00:10:04Z</dcterms:modified>
</cp:coreProperties>
</file>