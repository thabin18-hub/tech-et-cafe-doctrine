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03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CAFE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Analytique Hebdomadaire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10 au 16 aout 2026 (lundi - dimanche)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 le 16 aout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 de la semaine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463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publiees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Shorts / 6 longues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337560" y="12801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463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3756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cumulees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reel (videos.list)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2801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463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abonnes chaine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1.2% de l'objectif 1000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98280" y="128016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098280" y="14630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09828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abonnes gagnes / semaine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098280" y="26974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Analytics, sous reserve de delai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videos publiees cette semaine sont en statut public.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11247120" cy="731520"/>
          </a:xfrm>
          <a:prstGeom prst="rect">
            <a:avLst/>
          </a:prstGeom>
          <a:solidFill>
            <a:srgbClr val="FBEEEC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contexte : </a:t>
            </a:r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1er rapport hebdomadaire reellement produit par cette routine (les executions precedentes n'avaient jamais materialise les identifiants ni clone le depot de doctrine).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Vues par video</a:t>
            </a:r>
            <a:endParaRPr lang="en-US" sz="2600" dirty="0"/>
          </a:p>
        </p:txBody>
      </p:sp>
      <p:pic>
        <p:nvPicPr>
          <p:cNvPr id="3" name="Image 0" descr="chart_views_per_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914400"/>
            <a:ext cx="7772400" cy="51755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Shorts vs videos longues &amp; progression</a:t>
            </a:r>
            <a:endParaRPr lang="en-US" sz="2600" dirty="0"/>
          </a:p>
        </p:txBody>
      </p:sp>
      <p:pic>
        <p:nvPicPr>
          <p:cNvPr id="3" name="Image 0" descr="chart_shorts_vs_lo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4754880" cy="3803904"/>
          </a:xfrm>
          <a:prstGeom prst="rect">
            <a:avLst/>
          </a:prstGeom>
        </p:spPr>
      </p:pic>
      <p:pic>
        <p:nvPicPr>
          <p:cNvPr id="4" name="Image 1" descr="chart_progr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63040"/>
            <a:ext cx="6035040" cy="26791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77840" y="4389120"/>
            <a:ext cx="6035040" cy="1097280"/>
          </a:xfrm>
          <a:prstGeom prst="rect">
            <a:avLst/>
          </a:prstGeom>
          <a:solidFill>
            <a:srgbClr val="F4F6FB"/>
          </a:solidFill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de 23x entre Shorts et videos longues en vues moyennes par video cette semaine.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Detail des videos (triees par date)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11430000" cy="914400"/>
        </p:xfrm>
        <a:graphic>
          <a:graphicData uri="http://schemas.openxmlformats.org/drawingml/2006/table">
            <a:tbl>
              <a:tblPr/>
              <a:tblGrid>
                <a:gridCol w="5669280"/>
                <a:gridCol w="1188720"/>
                <a:gridCol w="1097280"/>
                <a:gridCol w="1463040"/>
                <a:gridCol w="2011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ByteDance (TikTok) double la durée de ses vi...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SHORTS=40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Muse Glimmer : l'IA qui tourne direct s...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YT_SEARCH=23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crée des IA qui attaquent leurs pr...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9m00s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a trouvé 2 failles cachées dans Chrom...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SHORTS=64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GPT-5.6-Cyber : l'IA d'OpenAI qui trouve les...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SHORTS=19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Demis Hassabis quitte la tête de Google Deep...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7m31s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outils Adobe débarquent gratuitement dans...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SHORTS=13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prépare une IA à 400$ pour défier Alexa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SHORTS=15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Piraté 5 mois sans le savoir : l'outil IA de...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8m11s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NO_LINK_OTHER=1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E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Assistant remplace par Gemini des le 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SHORTS=11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Premier JT 100% IA A Diffusé 24 Heures Sa...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7m31s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Spotify démasque les artistes 100% IA dès se...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Spark : l'agent IA passe de 10...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7m14s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 rend ChatGPT 14 fois plus rapide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à 1 milliard d'utilisateurs : ce que 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7m48s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lance Gemini 3.7 Flash, deux fois moi...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supprime 5 fonctions de Copilot le...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Tendances &amp; insights cles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05156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 vs longues : facteur 23x en vues moyennes -- les Shorts captent 97.7% du volume total.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10312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 cas independant de video longue a 0 vue absolu (6VynsMUfd6M, 134h apres publication) -- probleme structurel deja escalade sans action corrective.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1546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retention : Meta Muse Glimmer (TgH2d7zU6JQ) a 64,71% -- confirme le gabarit "marque reconnue + benefice direct" (5e/6e validation).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5196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20624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 de sujet non tranche : GPT-5.6-Cyber / OpenAI failles Chrome, publies a 3h d'intervalle -- 110 vues cumulees, cannibalisation possible.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303520"/>
            <a:ext cx="320040" cy="3200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5303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abonnes toujours faible : 12 abonnes pour 3375 vues chaine cumulees -- pattern confirme 6 fois dans la base de connaissances.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Recommandations pour la semaine prochaine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273983"/>
          </a:solidFill>
          <a:ln w="12700">
            <a:solidFill>
              <a:srgbClr val="27398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18872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10149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Reduire drastiquement le format video longue tant que le probleme de distribution (0 vue absolu) n'est pas diagnostique.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273983"/>
          </a:solidFill>
          <a:ln w="12700">
            <a:solidFill>
              <a:srgbClr val="27398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4884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2148840"/>
            <a:ext cx="10149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Trancher sans delai le doublon qpVmnWGnGBc / 3TlNMHcm8vs -- depublier l'une des deux videos.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273983"/>
          </a:solidFill>
          <a:ln w="12700">
            <a:solidFill>
              <a:srgbClr val="27398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0896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10149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Reproduire le gabarit "marque reconnue + benefice personnel direct" (Meta Muse Glimmer, 64,71% retention).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273983"/>
          </a:solidFill>
          <a:ln w="12700">
            <a:solidFill>
              <a:srgbClr val="27398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6908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371600" y="4069080"/>
            <a:ext cx="10149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Renforcer explicitement le CTA d'abonnement en fin de Short -- conversion abonnes structurellement faible.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5029200"/>
            <a:ext cx="11247120" cy="804672"/>
          </a:xfrm>
          <a:prstGeom prst="roundRect">
            <a:avLst>
              <a:gd name="adj" fmla="val 9091"/>
            </a:avLst>
          </a:prstGeom>
          <a:solidFill>
            <a:srgbClr val="273983"/>
          </a:solidFill>
          <a:ln w="12700">
            <a:solidFill>
              <a:srgbClr val="27398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5029200"/>
            <a:ext cx="640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71600" y="5029200"/>
            <a:ext cx="10149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si le creneau de publication hors 18h GMT aggrave le probleme des 0 vue absolu sur videos longues.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2026-08-17T00:09:42Z</dcterms:created>
  <dcterms:modified xsi:type="dcterms:W3CDTF">2026-08-17T00:09:42Z</dcterms:modified>
</cp:coreProperties>
</file>