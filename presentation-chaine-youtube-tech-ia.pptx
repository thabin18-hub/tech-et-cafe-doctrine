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Chaîne YouTube Faceless — Actu Tech /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E86DE"/>
                </a:solidFill>
              </a:defRPr>
            </a:pPr>
            <a:r>
              <a:t>Pipeline automatisé, validation humaine, budget 0€ — Théo, 27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Objectif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Lancer une chaîne YouTube faceless sur l'actualité tech / IA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Pipeline automatisé : veille → script → voix → visuels → montage → sous-titres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Validation humaine avant chaque publication (semi-auto)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Budget de démarrage : 0€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Pourquoi cette niche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Théo utilise déjà l'IA au quotidien → matière première abondante et crédibilité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Demande de recherche en forte croissance sur la tech / IA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Point de vigilance : rythme de publication exigeant, l'actu va vite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Pipeline de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1. Veille — sujets tech/IA forts du moment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2. Script — hook, corps, analyse, CTA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3. Voix off — edge-tts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4. Visuels — Pexels / Pixabay / Wikimedia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5. Sous-titres — générés depuis le script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6. Montage — ffmpeg (scripté)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7. Validation humaine — Théo review avant publication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8. Publication — YouTube Data API v3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Stack technique — budget 0€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Voix off : edge-tts (Microsoft, open source, gratuit)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Visuels : Pexels API + Pixabay API + Wikimedia Commons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Musique : YouTube Audio Library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Montage : ffmpeg (à installer — Homebrew absent de la machine)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Sous-titres : texte du script (+ whisper en option pour un timing précis)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Publication : YouTube Data API v3 (OAuth à configurer)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Gouvernance — semi-automatique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Claude génère script + voix + visuels + montage jusqu'à un fichier vidéo prêt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Théo review systématiquement avant publication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Publication déclenchée uniquement après validation explicite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→ Aucune vidéo ne part en ligne sans accord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Conformité et vigilance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Policy YouTube "reused content" : valeur transformative requise (analyse, avis perso)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Images libres de droits : OK légalement, vérifier les logos de marques au cas par cas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Exactitude de l'info : toujours sourcer, éviter d'amplifier des rumeurs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Transparence : mentionner que la voix est générée par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Setup requis avant le pilote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la chaîne YouTube (nom, avatar, bannière)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un projet Google Cloud + activer YouTube Data API v3 + OAuth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les clés API gratuites : Pexels, Pixabay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Installer Homebrew puis ffmpeg (Homebrew absent de la machine)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Installer edge-tts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Décider du format : Shorts vs long format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Phase 0 — Setup : comptes, clés API, outils installés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Phase 1 — Pilote : une vidéo test de bout en bout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Phase 2 — Identité : branding, miniatures, calendrier éditorial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Phase 3 — Production régulière : rythme cible à définir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Phase 4 — Itération : analyse des perfs, ajustement format/niche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Prochaines actions immédiates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Choisir le nom de la chaîne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la chaîne YouTube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le projet Google Cloud + activer YouTube Data API v3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Créer les clés API Pexels et Pixabay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Installer Homebrew puis ffmpeg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Installer edge-tts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Décider du format (recommandation : Shorts pour démarrer)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Lancer la vidéo pilote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2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Risques et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Qualité TTS gratuite &lt; voix premium payantes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Quota YouTube API limite les uploads/jour (non bloquant à ce stade)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Homebrew non installé → bloquant pour ffmpeg, à traiter en priorité</a:t>
            </a:r>
          </a:p>
          <a:p>
            <a:pPr>
              <a:spcAft>
                <a:spcPts val="1000"/>
              </a:spcAft>
              <a:defRPr sz="1800">
                <a:solidFill>
                  <a:srgbClr val="1A2B4C"/>
                </a:solidFill>
              </a:defRPr>
            </a:pPr>
            <a:r>
              <a:t>•  Actu tech mouvante → script toujours factuel, sourcé et daté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